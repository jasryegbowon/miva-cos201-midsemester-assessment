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4AED-8DBC-4968-BED2-9D746FCDB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99EAF-9BD8-4A95-A100-6FC7BEB5A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A2B71-C63C-4FC5-9DAC-44414715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5EB26-AAD0-4BF8-A21B-55AE52EB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696A6-3310-4B27-B710-C19E9AD1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7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5C52-64B7-438E-99F7-87CB0B53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70BAD-E06C-408C-B980-80047AF5B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EA184-AF0D-4FC6-8345-431FF69D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C2A15-7369-4E7D-8893-2CB639C6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32852-433F-43B4-86E9-23B2A39D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2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1984-AD1E-40A6-8285-1656CD98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65C76-4972-4E56-9BF6-7A151B567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F9609-B1A7-4369-986D-A225B3DE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331C-D5BB-42DA-98AF-A7C7E2F2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0E80-3417-475A-B4F3-721B70DF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A48E-3301-41DE-A43D-A4D37ABA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CE28-2D6F-4949-933C-AF232703A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B19EE-19D7-49AD-B46A-0F6B0F705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B7909-61EF-487F-890C-C8EF49D7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151CA-84DD-418B-A298-FF9B5528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55929-B285-4390-B072-AE19E6FE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8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0430-7A9B-476B-96DE-4E53D277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C7E81-BB68-4737-9B9B-229D1C17B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5B564-E4A8-48FC-B3E4-6C01AE30C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2C835-5418-4239-AFAA-0103F09E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899BF-2BA5-4D4E-A1BA-CDC84F217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8C87E-83E7-4B94-9FC5-F89E1F1B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7B36A-B0DE-4BEC-9363-E15F597A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289DA-A8D4-4E18-9FFF-F0215C5D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0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37FD-B1B1-4F2E-866E-942E8F24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5CF50-FB62-416A-A324-F99EA44C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AEC30-5676-41F8-8A9E-ED852864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27F6-2A66-4E4D-A5D3-8EED84593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29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7952F-7703-4415-BA46-8ECD18A9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FFB2C-3AF4-4CD4-A4D2-A1F8543D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19489-CD9B-4D2A-A184-B06194F3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4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5822-F3E3-4831-A2EF-E1019DD9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07AE-6CAE-4612-8955-1209BC862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F4773-CE94-45F3-A707-E2905938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5F7D2-2CA1-4540-8E3A-24652596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72B97-D2BD-47C4-AFA0-A4371261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41D8B-BCD9-49FA-8F8D-6D0C1AFC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3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6346-3C29-432C-BBAF-5D89037B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CDCAA-D57A-445E-8D32-D646FA703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2B0CC-B028-43C6-B829-F7B0F1715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C13D9-F65C-4EE0-B2A2-6A7E21C4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BC44D-1552-4B8E-A699-3FFE3B0E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8A673-359B-428C-92E6-99090D7C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8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EF39-E0C1-424A-B806-B90C9A52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7C2F8-2701-45A2-931E-082F046BD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975D9-A5FB-47DA-8538-E85A97E3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3B4E-E2B3-476C-9F08-D6F30D80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6435-3BCB-4B97-AEF1-C9D68610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1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4A036-E108-4F76-9C12-BDF196203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7694B-F4EA-416D-8F4C-DFE52A7FD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E52F8-EBD2-473E-AEDD-0B04E67B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08BB-64AD-44C8-92F8-384CB0D6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DCFB8-D96E-4C90-BE48-2D4B63D8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A67FB-3E8B-4336-8D3D-B27A0154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F22C4-A54B-492E-9DE5-F4B594498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D1E47-CCBB-44FF-9202-B5D1AFBFA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84712-B46B-4641-97B5-5E93455593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37C5-9954-4FF2-AA98-C7CC22D29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AFF68-7E66-4C7B-ABA7-9199095F5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7587-A635-4422-8991-687203E68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6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DD93-AF60-4B6D-929A-8FE0CBC18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Our group presentation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30BCF-83E1-4B0E-A22A-ABAF05A57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0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DD93-AF60-4B6D-929A-8FE0CBC18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Our group presentation outline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30BCF-83E1-4B0E-A22A-ABAF05A57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Firstly, greet Mr </a:t>
            </a:r>
            <a:r>
              <a:rPr lang="en-GB" dirty="0" err="1"/>
              <a:t>emeka</a:t>
            </a:r>
            <a:r>
              <a:rPr lang="en-GB" dirty="0"/>
              <a:t>,</a:t>
            </a:r>
          </a:p>
          <a:p>
            <a:r>
              <a:rPr lang="en-GB" dirty="0"/>
              <a:t>Show the presentation  file, then the GitHub Repo,</a:t>
            </a:r>
          </a:p>
          <a:p>
            <a:r>
              <a:rPr lang="en-US" dirty="0"/>
              <a:t>Then show the code, </a:t>
            </a:r>
            <a:r>
              <a:rPr lang="en-GB" dirty="0"/>
              <a:t>structure, visualization, basically the implementation</a:t>
            </a:r>
            <a:endParaRPr lang="en-US" dirty="0"/>
          </a:p>
          <a:p>
            <a:r>
              <a:rPr lang="en-US" dirty="0"/>
              <a:t>Then we will show the </a:t>
            </a:r>
            <a:r>
              <a:rPr lang="en-GB" dirty="0"/>
              <a:t>participants</a:t>
            </a:r>
          </a:p>
          <a:p>
            <a:r>
              <a:rPr lang="en-US" dirty="0"/>
              <a:t>Then we will end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73488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Our group presentation </vt:lpstr>
      <vt:lpstr>Our group presentation 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group presentation</dc:title>
  <dc:creator>Jasry Egbowon.</dc:creator>
  <cp:lastModifiedBy>Jasry Egbowon.</cp:lastModifiedBy>
  <cp:revision>3</cp:revision>
  <dcterms:created xsi:type="dcterms:W3CDTF">2025-12-02T19:39:27Z</dcterms:created>
  <dcterms:modified xsi:type="dcterms:W3CDTF">2025-12-02T20:23:32Z</dcterms:modified>
</cp:coreProperties>
</file>